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5327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822960"/>
            <a:ext cx="23774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520"/>
                </a:solidFill>
              </a:rPr>
              <a:t>EEEM068 · Applied Machine Learning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Waste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</a:rPr>
              <a:t>Using Deep Learning — Group Progress Update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7772400" cy="548640"/>
          </a:xfrm>
          <a:prstGeom prst="rect">
            <a:avLst/>
          </a:prstGeom>
          <a:solidFill>
            <a:srgbClr val="243050"/>
          </a:solidFill>
          <a:ln w="63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749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Anushree  ·  Surabhi  ·  Vignesh  ·  Nikitha  ·  Pushkar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University of Surrey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our Project?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4023360"/>
          </a:xfrm>
          <a:prstGeom prst="rect">
            <a:avLst/>
          </a:prstGeom>
          <a:solidFill>
            <a:srgbClr val="243050"/>
          </a:solidFill>
          <a:ln w="63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📸  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3716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A camera at a recycling plant takes pictures of waste items. We need an AI model to look at each image and say what type of waste it is — automatically.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2514600" cy="411480"/>
          </a:xfrm>
          <a:prstGeom prst="rect">
            <a:avLst/>
          </a:prstGeom>
          <a:solidFill>
            <a:srgbClr val="1A3A50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3456432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</a:rPr>
              <a:t>💡 Think of it like image recognition, but for rubbish!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697480" cy="4023360"/>
          </a:xfrm>
          <a:prstGeom prst="rect">
            <a:avLst/>
          </a:prstGeom>
          <a:solidFill>
            <a:srgbClr val="243050"/>
          </a:solidFill>
          <a:ln w="63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🗂️  The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0128" y="13716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We use WaRP-C — a real industrial waste dataset with 8,823 training images and 1,583 test images, split into 28 different categories (bottles, cans, glass, cardboard etc.).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14600" cy="411480"/>
          </a:xfrm>
          <a:prstGeom prst="rect">
            <a:avLst/>
          </a:prstGeom>
          <a:solidFill>
            <a:srgbClr val="1A3A50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3456432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</a:rPr>
              <a:t>💡 Already downloaded and ready to use 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822960"/>
            <a:ext cx="2697480" cy="4023360"/>
          </a:xfrm>
          <a:prstGeom prst="rect">
            <a:avLst/>
          </a:prstGeom>
          <a:solidFill>
            <a:srgbClr val="243050"/>
          </a:solidFill>
          <a:ln w="63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822960"/>
            <a:ext cx="269748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9601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</a:rPr>
              <a:t>🎯  Our Goal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1371600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Train at least 2 different deep learning models (CNN and Transformer), compare their performance, and report which works best and why.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3456432"/>
            <a:ext cx="2514600" cy="411480"/>
          </a:xfrm>
          <a:prstGeom prst="rect">
            <a:avLst/>
          </a:prstGeom>
          <a:solidFill>
            <a:srgbClr val="1A3A50"/>
          </a:solidFill>
          <a:ln w="381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3456432"/>
            <a:ext cx="2487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</a:rPr>
              <a:t>💡 Built using PyTorch on Google Colab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We Have Done So Far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4206240" cy="1078992"/>
          </a:xfrm>
          <a:prstGeom prst="rect">
            <a:avLst/>
          </a:prstGeom>
          <a:solidFill>
            <a:srgbClr val="243050"/>
          </a:solidFill>
          <a:ln w="6350">
            <a:solidFill>
              <a:srgbClr val="66BB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77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BB6A"/>
                </a:solidFill>
              </a:rPr>
              <a:t>✅  Read &amp; understood the project brief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2252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We went through the project spec, marking criteria and assessment guidelines carefully.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06240" cy="1078992"/>
          </a:xfrm>
          <a:prstGeom prst="rect">
            <a:avLst/>
          </a:prstGeom>
          <a:solidFill>
            <a:srgbClr val="243050"/>
          </a:solidFill>
          <a:ln w="6350">
            <a:solidFill>
              <a:srgbClr val="66BB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877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BB6A"/>
                </a:solidFill>
              </a:rPr>
              <a:t>✅  Downloaded WaRP-C dataset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92040" y="12252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8,823 training + 1,583 test images downloaded. Explored class distribution — confirmed class imbalance.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4206240" cy="1078992"/>
          </a:xfrm>
          <a:prstGeom prst="rect">
            <a:avLst/>
          </a:prstGeom>
          <a:solidFill>
            <a:srgbClr val="243050"/>
          </a:solidFill>
          <a:ln w="6350">
            <a:solidFill>
              <a:srgbClr val="66BB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0665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BB6A"/>
                </a:solidFill>
              </a:rPr>
              <a:t>✅  Started data preprocessing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241401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Image resizing to 224×224, normalization, and augmentations (flip, rotation, colour jitter) in progress.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993392"/>
            <a:ext cx="4206240" cy="1078992"/>
          </a:xfrm>
          <a:prstGeom prst="rect">
            <a:avLst/>
          </a:prstGeom>
          <a:solidFill>
            <a:srgbClr val="243050"/>
          </a:solidFill>
          <a:ln w="6350">
            <a:solidFill>
              <a:srgbClr val="66BB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0665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6BB6A"/>
                </a:solidFill>
              </a:rPr>
              <a:t>✅  Loaded ResNet50 baseline model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41401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</a:rPr>
              <a:t>Pretrained ResNet50 loaded using torchvision. Final layer replaced with 28-class head. Initial training started.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182112"/>
            <a:ext cx="8503920" cy="1005840"/>
          </a:xfrm>
          <a:prstGeom prst="rect">
            <a:avLst/>
          </a:prstGeom>
          <a:solidFill>
            <a:srgbClr val="243050"/>
          </a:solidFill>
          <a:ln w="6350">
            <a:solidFill>
              <a:srgbClr val="66BB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255264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BB6A"/>
                </a:solidFill>
              </a:rPr>
              <a:t>✅  Identified 5 papers for literature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WaRP paper, ResNet, EfficientNet, ViT, and class imbalance handling paper identified and being read.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Our Team &amp; Responsibilities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82296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804672"/>
            <a:ext cx="2743200" cy="1783080"/>
          </a:xfrm>
          <a:prstGeom prst="rect">
            <a:avLst/>
          </a:prstGeom>
          <a:solidFill>
            <a:srgbClr val="243050"/>
          </a:solidFill>
          <a:ln w="1270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804672"/>
            <a:ext cx="27432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914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Anushree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 Pipeline Lead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" y="14996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💻 Dataset loading, preprocessing, augmentation, class imbalance handling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1883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📝 Methodology — Data section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🖼  Dataset &amp; Preprocessing slide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804672"/>
            <a:ext cx="2743200" cy="1783080"/>
          </a:xfrm>
          <a:prstGeom prst="rect">
            <a:avLst/>
          </a:prstGeom>
          <a:solidFill>
            <a:srgbClr val="243050"/>
          </a:solidFill>
          <a:ln w="12700">
            <a:solidFill>
              <a:srgbClr val="C084F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08960" y="804672"/>
            <a:ext cx="2743200" cy="6400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914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84FC"/>
                </a:solidFill>
              </a:rPr>
              <a:t>Surabhi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18688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 + Integration Lead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18688" y="14996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💻 Final clean notebook, merging all code, README, end-to-end testing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18688" y="1883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📝 Abstract, Introduction, Literature Review, Conclusion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1868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🖼  Introduction &amp; Conclusion slides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35040" y="804672"/>
            <a:ext cx="2743200" cy="1783080"/>
          </a:xfrm>
          <a:prstGeom prst="rect">
            <a:avLst/>
          </a:prstGeom>
          <a:solidFill>
            <a:srgbClr val="243050"/>
          </a:solidFill>
          <a:ln w="12700">
            <a:solidFill>
              <a:srgbClr val="FFA72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804672"/>
            <a:ext cx="2743200" cy="64008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91440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726"/>
                </a:solidFill>
              </a:rPr>
              <a:t>Vignesh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44768" y="12070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CNN Model Lead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44768" y="14996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💻 ResNet50 / EfficientNet, training loop, hyperparameter tuning, checkpoints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44768" y="1883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📝 Methodology — CNN Architecture section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4476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🖼  CNN Model slide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2880" y="2834640"/>
            <a:ext cx="2743200" cy="1783080"/>
          </a:xfrm>
          <a:prstGeom prst="rect">
            <a:avLst/>
          </a:prstGeom>
          <a:solidFill>
            <a:srgbClr val="243050"/>
          </a:solidFill>
          <a:ln w="12700">
            <a:solidFill>
              <a:srgbClr val="66BB6A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2834640"/>
            <a:ext cx="2743200" cy="6400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2944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BB6A"/>
                </a:solidFill>
              </a:rPr>
              <a:t>Nikitha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92608" y="3236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Evaluation Lead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92608" y="35295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💻 F1, AUC, confusion matrix, loss curves, per-class analysis plots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2608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📝 Experiments &amp; Results section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92608" y="4224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🖼  Results &amp; Evaluation slide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08960" y="2834640"/>
            <a:ext cx="2743200" cy="1783080"/>
          </a:xfrm>
          <a:prstGeom prst="rect">
            <a:avLst/>
          </a:prstGeom>
          <a:solidFill>
            <a:srgbClr val="243050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08960" y="2834640"/>
            <a:ext cx="27432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18688" y="2944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</a:rPr>
              <a:t>Pushkar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218688" y="3236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Transformer Model Lead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218688" y="352958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EC5"/>
                </a:solidFill>
              </a:rPr>
              <a:t>💻 ViT / Swin Transformer, training, CNN vs Transformer comparison, efficiency analysis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18688" y="3913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📝 Methodology — Transformer Architecture section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18688" y="4224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</a:rPr>
              <a:t>🖼  Transformer Model slide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731520"/>
            <a:ext cx="3108960" cy="3108960"/>
          </a:xfrm>
          <a:prstGeom prst="ellipse">
            <a:avLst/>
          </a:prstGeom>
          <a:solidFill>
            <a:srgbClr val="243050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188720"/>
            <a:ext cx="2194560" cy="2194560"/>
          </a:xfrm>
          <a:prstGeom prst="ellipse">
            <a:avLst/>
          </a:prstGeom>
          <a:solidFill>
            <a:srgbClr val="1A2540"/>
          </a:solidFill>
          <a:ln w="1016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14400" y="254203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B0BEC5"/>
                </a:solidFill>
              </a:rPr>
              <a:t>We are happy to answer your questions 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3246120"/>
            <a:ext cx="6400800" cy="502920"/>
          </a:xfrm>
          <a:prstGeom prst="rect">
            <a:avLst/>
          </a:prstGeom>
          <a:solidFill>
            <a:srgbClr val="243050"/>
          </a:solidFill>
          <a:ln w="6350">
            <a:solidFill>
              <a:srgbClr val="4FC3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3246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Anushree  ·  Surabhi  ·  Vignesh  ·  Nikitha  ·  Pushkar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EEEM068 — Applied Machine Learning  ·  University of Surrey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PresentationFormat>On-screen Show (16:9)</PresentationFormat>
  <Paragraphs>62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Anushree Harrish</cp:lastModifiedBy>
  <cp:revision>1</cp:revision>
  <dcterms:created xsi:type="dcterms:W3CDTF">2026-03-18T22:12:29Z</dcterms:created>
  <dcterms:modified xsi:type="dcterms:W3CDTF">2026-03-18T22:20:08Z</dcterms:modified>
</cp:coreProperties>
</file>